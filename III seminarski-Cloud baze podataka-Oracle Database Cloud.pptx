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notesMasterIdLst>
    <p:notesMasterId r:id="rId22"/>
  </p:notesMasterIdLst>
  <p:sldIdLst>
    <p:sldId id="256" r:id="rId2"/>
    <p:sldId id="257" r:id="rId3"/>
    <p:sldId id="262" r:id="rId4"/>
    <p:sldId id="277" r:id="rId5"/>
    <p:sldId id="290" r:id="rId6"/>
    <p:sldId id="292" r:id="rId7"/>
    <p:sldId id="293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77675" autoAdjust="0"/>
  </p:normalViewPr>
  <p:slideViewPr>
    <p:cSldViewPr snapToGrid="0">
      <p:cViewPr varScale="1">
        <p:scale>
          <a:sx n="90" d="100"/>
          <a:sy n="90" d="100"/>
        </p:scale>
        <p:origin x="14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145B2-F7BF-44F1-A720-EF5C5AD3FB97}" type="datetimeFigureOut">
              <a:rPr lang="en-US" smtClean="0"/>
              <a:t>06-Sep-21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4D579-BE74-4415-8D56-3D8FB0D83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6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4D579-BE74-4415-8D56-3D8FB0D839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6764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5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00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0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6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9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4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06-Sep-21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11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Cloud </a:t>
            </a:r>
            <a:r>
              <a:rPr lang="en-US" dirty="0" err="1" smtClean="0"/>
              <a:t>baze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r>
              <a:rPr lang="en-US" dirty="0" smtClean="0"/>
              <a:t>- Oracle Cloud Database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Student:</a:t>
            </a:r>
          </a:p>
          <a:p>
            <a:r>
              <a:rPr lang="sr-Latn-RS" dirty="0" smtClean="0"/>
              <a:t>Maja Stojanović 1227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219192"/>
            <a:ext cx="9692640" cy="1325562"/>
          </a:xfrm>
        </p:spPr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16608"/>
            <a:ext cx="8595360" cy="4351337"/>
          </a:xfrm>
        </p:spPr>
        <p:txBody>
          <a:bodyPr/>
          <a:lstStyle/>
          <a:p>
            <a:r>
              <a:rPr lang="sr-Latn-RS" sz="2400" dirty="0" smtClean="0"/>
              <a:t>Uvod</a:t>
            </a:r>
          </a:p>
          <a:p>
            <a:r>
              <a:rPr lang="en-US" sz="2400" dirty="0" smtClean="0"/>
              <a:t>Oracle Cloud Free Tier</a:t>
            </a:r>
            <a:endParaRPr lang="sr-Latn-RS" sz="2400" dirty="0" smtClean="0"/>
          </a:p>
          <a:p>
            <a:r>
              <a:rPr lang="sr-Latn-RS" sz="2400" dirty="0" smtClean="0"/>
              <a:t>Oracle Autonomna Cloud baza</a:t>
            </a:r>
          </a:p>
          <a:p>
            <a:r>
              <a:rPr lang="sr-Latn-RS" sz="2400" dirty="0" smtClean="0"/>
              <a:t>Kreiranje Autonomne Cloud baze</a:t>
            </a:r>
          </a:p>
          <a:p>
            <a:r>
              <a:rPr lang="sr-Latn-RS" sz="2400" dirty="0" smtClean="0"/>
              <a:t>Povezivanje na Autonomnu Cloud </a:t>
            </a:r>
            <a:r>
              <a:rPr lang="sr-Latn-RS" sz="2400" dirty="0" smtClean="0"/>
              <a:t>bazu</a:t>
            </a:r>
          </a:p>
          <a:p>
            <a:r>
              <a:rPr lang="sr-Latn-RS" sz="2400" smtClean="0"/>
              <a:t>Backup Autonomne Cloud baze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168" y="2295391"/>
            <a:ext cx="4090416" cy="4090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776" y="0"/>
            <a:ext cx="3288703" cy="184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7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od cloud </a:t>
            </a:r>
            <a:r>
              <a:rPr lang="en-US" dirty="0" err="1"/>
              <a:t>platformi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čiji</a:t>
            </a:r>
            <a:r>
              <a:rPr lang="en-US" dirty="0"/>
              <a:t> je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obezbeđen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/>
              <a:t>Cloud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obične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fizička</a:t>
            </a:r>
            <a:r>
              <a:rPr lang="en-US" dirty="0"/>
              <a:t> </a:t>
            </a:r>
            <a:r>
              <a:rPr lang="en-US" dirty="0" err="1"/>
              <a:t>lokacija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transparentna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korisnike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 err="1"/>
              <a:t>Osnovne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cloud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poseduju</a:t>
            </a:r>
            <a:r>
              <a:rPr lang="en-US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Visoka</a:t>
            </a:r>
            <a:r>
              <a:rPr lang="en-US" dirty="0"/>
              <a:t> </a:t>
            </a:r>
            <a:r>
              <a:rPr lang="en-US" dirty="0" err="1"/>
              <a:t>dostupnost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Brzina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čitanja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Bezbednost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privatnost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Pouzdanost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Konzistentnost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Skalabilnost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Distribuiranost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Oracle Cloud Free Tier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Jedna</a:t>
            </a:r>
            <a:r>
              <a:rPr lang="en-US" dirty="0" smtClean="0"/>
              <a:t> od </a:t>
            </a:r>
            <a:r>
              <a:rPr lang="en-US" dirty="0" err="1" smtClean="0"/>
              <a:t>mogu</a:t>
            </a:r>
            <a:r>
              <a:rPr lang="sr-Latn-RS" dirty="0" smtClean="0"/>
              <a:t>ćnosti koja je dostupna korisnicima</a:t>
            </a:r>
          </a:p>
          <a:p>
            <a:r>
              <a:rPr lang="sr-Latn-RS" dirty="0" smtClean="0"/>
              <a:t>Besplatna i vremenski ograničena</a:t>
            </a:r>
            <a:endParaRPr lang="en-US" dirty="0" smtClean="0"/>
          </a:p>
          <a:p>
            <a:r>
              <a:rPr lang="en-US" dirty="0" smtClean="0"/>
              <a:t>Always Free </a:t>
            </a:r>
            <a:r>
              <a:rPr lang="en-US" dirty="0" err="1" smtClean="0"/>
              <a:t>resursi</a:t>
            </a:r>
            <a:r>
              <a:rPr lang="en-US" dirty="0" smtClean="0"/>
              <a:t>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nikada</a:t>
            </a:r>
            <a:r>
              <a:rPr lang="en-US" dirty="0" smtClean="0"/>
              <a:t> ne </a:t>
            </a:r>
            <a:r>
              <a:rPr lang="en-US" dirty="0" err="1" smtClean="0"/>
              <a:t>isti</a:t>
            </a:r>
            <a:r>
              <a:rPr lang="sr-Latn-RS" dirty="0" smtClean="0"/>
              <a:t>ču</a:t>
            </a:r>
          </a:p>
          <a:p>
            <a:r>
              <a:rPr lang="sr-Latn-RS" dirty="0"/>
              <a:t>Besplatna proba pruža 250</a:t>
            </a:r>
            <a:r>
              <a:rPr lang="sr-Latn-RS" dirty="0" smtClean="0"/>
              <a:t>€ cloud kredita koji važe 30 dana i kredit se može potrošiti na bilo koji Oracle Cloud servis</a:t>
            </a:r>
          </a:p>
          <a:p>
            <a:r>
              <a:rPr lang="sr-Latn-RS" dirty="0" smtClean="0"/>
              <a:t>Nakon isteka probnog perioda nema prekida u dostupnosti Always Free resursa koji su obezbeđeni</a:t>
            </a:r>
          </a:p>
          <a:p>
            <a:r>
              <a:rPr lang="sr-Latn-RS" dirty="0" smtClean="0"/>
              <a:t>U bilo kom trenutku se može nadograditi na plaćeni nalog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0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Always Free Resursi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Svi Oracle Cloud nalozi bilo da su besplatni ili plaćeni imaju skup resursa koji su besplatni sve dok nalog postoji</a:t>
            </a:r>
          </a:p>
          <a:p>
            <a:r>
              <a:rPr lang="sr-Latn-RS" dirty="0" smtClean="0"/>
              <a:t>Pomoću ovih resursa se mogu raditi stvari poput pokretanja aplikacija manjeg obima ili se izvoditi </a:t>
            </a:r>
            <a:r>
              <a:rPr lang="sr-Latn-RS" dirty="0"/>
              <a:t> </a:t>
            </a:r>
            <a:r>
              <a:rPr lang="sr-Latn-RS" dirty="0" smtClean="0"/>
              <a:t>istraživanje OCI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93" y="3327935"/>
            <a:ext cx="4666999" cy="3075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338" y="3318123"/>
            <a:ext cx="5110189" cy="3084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9558" y="6403047"/>
            <a:ext cx="300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Always Free resursi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24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Oracle Autonomna Cloud baza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 </a:t>
            </a:r>
            <a:r>
              <a:rPr lang="en-US" dirty="0" err="1"/>
              <a:t>Autonomna</a:t>
            </a:r>
            <a:r>
              <a:rPr lang="en-US" dirty="0"/>
              <a:t> Cloud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najnoviji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najinovativniji</a:t>
            </a:r>
            <a:r>
              <a:rPr lang="en-US" dirty="0"/>
              <a:t> tip cloud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 err="1"/>
              <a:t>Ovaj</a:t>
            </a:r>
            <a:r>
              <a:rPr lang="en-US" dirty="0"/>
              <a:t> tip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cloud </a:t>
            </a:r>
            <a:r>
              <a:rPr lang="en-US" dirty="0" err="1"/>
              <a:t>tehnologiju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mašinsko</a:t>
            </a:r>
            <a:r>
              <a:rPr lang="en-US" dirty="0"/>
              <a:t> </a:t>
            </a:r>
            <a:r>
              <a:rPr lang="en-US" dirty="0" err="1"/>
              <a:t>učenje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automatizaciju</a:t>
            </a:r>
            <a:r>
              <a:rPr lang="en-US" dirty="0"/>
              <a:t> </a:t>
            </a:r>
            <a:r>
              <a:rPr lang="en-US" dirty="0" err="1"/>
              <a:t>podešavanja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bezbednosti</a:t>
            </a:r>
            <a:r>
              <a:rPr lang="en-US" dirty="0"/>
              <a:t>, backup-a, </a:t>
            </a:r>
            <a:r>
              <a:rPr lang="en-US" dirty="0" err="1"/>
              <a:t>ažuriranja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rutinskih</a:t>
            </a:r>
            <a:r>
              <a:rPr lang="en-US" dirty="0"/>
              <a:t> </a:t>
            </a:r>
            <a:r>
              <a:rPr lang="en-US" dirty="0" err="1"/>
              <a:t>zadataka</a:t>
            </a:r>
            <a:r>
              <a:rPr lang="en-US" dirty="0"/>
              <a:t> </a:t>
            </a:r>
            <a:r>
              <a:rPr lang="en-US" dirty="0" err="1"/>
              <a:t>upravljanja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 err="1"/>
              <a:t>Autonomna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kreiranjem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sledećim</a:t>
            </a:r>
            <a:r>
              <a:rPr lang="en-US" dirty="0"/>
              <a:t> </a:t>
            </a:r>
            <a:r>
              <a:rPr lang="en-US" dirty="0" err="1"/>
              <a:t>zadacima</a:t>
            </a:r>
            <a:r>
              <a:rPr lang="en-US" dirty="0"/>
              <a:t> </a:t>
            </a:r>
            <a:r>
              <a:rPr lang="en-US" dirty="0" err="1"/>
              <a:t>održavanja</a:t>
            </a:r>
            <a:r>
              <a:rPr lang="en-US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Backup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Krpljenje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Upgrade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Podešavanje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4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Always Free Autonomna baza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Deo je Oracle Cloud Free Tier-a</a:t>
            </a:r>
          </a:p>
          <a:p>
            <a:r>
              <a:rPr lang="sr-Latn-RS" dirty="0" smtClean="0"/>
              <a:t>Obezbeđene su do 2 uvek besplatne autonomne baze podataka</a:t>
            </a:r>
          </a:p>
          <a:p>
            <a:r>
              <a:rPr lang="sr-Latn-RS" dirty="0" smtClean="0"/>
              <a:t>Specifikacija: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Procesor</a:t>
            </a:r>
            <a:r>
              <a:rPr lang="sr-Latn-RS" dirty="0" smtClean="0"/>
              <a:t>: 1 Oracle CPU procesor (ne može se skalirati)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Storage baze podataka</a:t>
            </a:r>
            <a:r>
              <a:rPr lang="sr-Latn-RS" dirty="0" smtClean="0"/>
              <a:t>: 20 GB (</a:t>
            </a:r>
            <a:r>
              <a:rPr lang="sr-Latn-RS" dirty="0"/>
              <a:t>ne može </a:t>
            </a:r>
            <a:r>
              <a:rPr lang="sr-Latn-RS" dirty="0" smtClean="0"/>
              <a:t>se </a:t>
            </a:r>
            <a:r>
              <a:rPr lang="sr-Latn-RS" dirty="0"/>
              <a:t>skalirati</a:t>
            </a:r>
            <a:r>
              <a:rPr lang="sr-Latn-RS" dirty="0" smtClean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Workload Type</a:t>
            </a:r>
            <a:r>
              <a:rPr lang="sr-Latn-RS" dirty="0" smtClean="0"/>
              <a:t>: ATP, ADW, JSON, APEX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Verzija baze podataka</a:t>
            </a:r>
            <a:r>
              <a:rPr lang="sr-Latn-RS" dirty="0" smtClean="0"/>
              <a:t>: Oracle Database 19c ili Oracle Database 21c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Infrastruktura</a:t>
            </a:r>
            <a:r>
              <a:rPr lang="sr-Latn-RS" dirty="0" smtClean="0"/>
              <a:t>: Shared Exdata infrastruktura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r-Latn-RS" b="1" dirty="0" smtClean="0"/>
              <a:t>Maksimalni broj istovremenih sesija baze podataka</a:t>
            </a:r>
            <a:r>
              <a:rPr lang="sr-Latn-RS" dirty="0" smtClean="0"/>
              <a:t>: 20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05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Kreiranje baze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444" y="2370095"/>
            <a:ext cx="7947079" cy="4255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1375" y="1828800"/>
            <a:ext cx="2945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Unos informacija o bazi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36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23143" y="854427"/>
            <a:ext cx="1967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Konfiguracija baze podataka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60" y="2004918"/>
            <a:ext cx="8473255" cy="352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97573" y="767992"/>
            <a:ext cx="2456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Kreiranje admin privilegija i pristup mreži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74" y="1828800"/>
            <a:ext cx="7081192" cy="428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6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634" y="2030937"/>
            <a:ext cx="9254054" cy="40721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42795" y="779803"/>
            <a:ext cx="3115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Uspešno kreirana baza podataka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8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27" y="1756890"/>
            <a:ext cx="1485490" cy="4495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806" y="2242424"/>
            <a:ext cx="7987516" cy="3937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9127" y="556561"/>
            <a:ext cx="148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Akcije koje mogu izvršiti nad bazom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17318" y="823349"/>
            <a:ext cx="1924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Prikaz dostupnih baza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4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Povezivanje na autonomnu bazu podataka korišćenjem SQL developer-a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Wallet fajlovi zajedno sa korisničkim ID-om i lozinkom baze podataka omogućavaju pristup podacima u autonomnoj bazi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03" y="2694223"/>
            <a:ext cx="7301095" cy="2855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78596" y="5718472"/>
            <a:ext cx="2200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Preuzimanje odgovarajućih wallet fajlova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70" y="1828799"/>
            <a:ext cx="6772763" cy="4351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69683" y="774740"/>
            <a:ext cx="3572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Podešavanje konekcije u SQL developer-u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45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16" y="1897195"/>
            <a:ext cx="2061863" cy="42829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897195"/>
            <a:ext cx="4812987" cy="4231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30079" y="893501"/>
            <a:ext cx="1796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Uspostavljena konekcija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90138" y="1032000"/>
            <a:ext cx="255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Kreiranje korisnika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0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700" y="242406"/>
            <a:ext cx="9692640" cy="13255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9" y="1883934"/>
            <a:ext cx="5289963" cy="43649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020" y="1156598"/>
            <a:ext cx="1981372" cy="1511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0529" y="745282"/>
            <a:ext cx="365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Kreirana test baza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80030" y="701321"/>
            <a:ext cx="2955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Dodeljivanje privilegija kreiranom korisniku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050" y="2737276"/>
            <a:ext cx="5334462" cy="351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45119" y="2013545"/>
            <a:ext cx="162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Upit nad bazom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2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Backup autonomne baze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5416" y="1983955"/>
            <a:ext cx="8595360" cy="4351337"/>
          </a:xfrm>
        </p:spPr>
        <p:txBody>
          <a:bodyPr/>
          <a:lstStyle/>
          <a:p>
            <a:r>
              <a:rPr lang="sr-Latn-RS" dirty="0" smtClean="0"/>
              <a:t>Backup autonomne baze se može vršiti automatski, takođe postoji mogućnost podešavanja ručnog backup-a</a:t>
            </a:r>
          </a:p>
          <a:p>
            <a:r>
              <a:rPr lang="sr-Latn-RS" dirty="0" smtClean="0"/>
              <a:t>Automatski backup-ovi su nedeljni full backup-ovi i dnevni inkrementalni backup-ovi</a:t>
            </a:r>
          </a:p>
          <a:p>
            <a:r>
              <a:rPr lang="sr-Latn-RS" dirty="0" smtClean="0"/>
              <a:t>Automatski backup se zadržava 60 dana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00" y="4274025"/>
            <a:ext cx="3278266" cy="897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813" y="4159623"/>
            <a:ext cx="6675699" cy="170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6426" y="5279612"/>
            <a:ext cx="2498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Poslednji backup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90167" y="6012126"/>
            <a:ext cx="2860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 smtClean="0"/>
              <a:t>Prikaz svih automatskih backup-ova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11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357" y="195639"/>
            <a:ext cx="8595360" cy="4351337"/>
          </a:xfrm>
        </p:spPr>
        <p:txBody>
          <a:bodyPr/>
          <a:lstStyle/>
          <a:p>
            <a:r>
              <a:rPr lang="en-US" dirty="0" err="1" smtClean="0"/>
              <a:t>Svaki</a:t>
            </a:r>
            <a:r>
              <a:rPr lang="en-US" dirty="0" smtClean="0"/>
              <a:t> </a:t>
            </a:r>
            <a:r>
              <a:rPr lang="en-US" dirty="0" err="1" smtClean="0"/>
              <a:t>ru</a:t>
            </a:r>
            <a:r>
              <a:rPr lang="sr-Latn-RS" dirty="0" smtClean="0"/>
              <a:t>čni backup kreira full backup nad OCI Bucket Storage objektu i backup se jedino može koristiti od strane instance autonomne baze kada se pokrene point-in-time oporavak</a:t>
            </a:r>
          </a:p>
          <a:p>
            <a:r>
              <a:rPr lang="sr-Latn-RS" dirty="0" smtClean="0"/>
              <a:t>Ručni backup-ovi se čuvaju u bucket objektu koji se kreira i čuva 60 dana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26" y="1861443"/>
            <a:ext cx="7634177" cy="39887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8743" y="6020336"/>
            <a:ext cx="3285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Kreiranje ručnog backup-a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3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Prednosti</a:t>
            </a:r>
            <a:r>
              <a:rPr lang="en-US" dirty="0" smtClean="0"/>
              <a:t> </a:t>
            </a:r>
            <a:r>
              <a:rPr lang="sr-Latn-RS" dirty="0" smtClean="0"/>
              <a:t>cloud baze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bitna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 cloud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je ta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resursi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fleksibilni</a:t>
            </a:r>
            <a:r>
              <a:rPr lang="en-US" dirty="0"/>
              <a:t> pa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potrebi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da se </a:t>
            </a:r>
            <a:r>
              <a:rPr lang="en-US" dirty="0" err="1"/>
              <a:t>proširuju</a:t>
            </a:r>
            <a:r>
              <a:rPr lang="en-US" dirty="0"/>
              <a:t> (</a:t>
            </a:r>
            <a:r>
              <a:rPr lang="en-US" dirty="0" err="1"/>
              <a:t>povećanje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CPU-a, </a:t>
            </a:r>
            <a:r>
              <a:rPr lang="en-US" dirty="0" err="1"/>
              <a:t>povećanje</a:t>
            </a:r>
            <a:r>
              <a:rPr lang="en-US" dirty="0"/>
              <a:t> storage-a, RAM </a:t>
            </a:r>
            <a:r>
              <a:rPr lang="en-US" dirty="0" err="1"/>
              <a:t>memorije</a:t>
            </a:r>
            <a:r>
              <a:rPr lang="en-US" dirty="0"/>
              <a:t>...), </a:t>
            </a:r>
            <a:r>
              <a:rPr lang="en-US" dirty="0" err="1"/>
              <a:t>dok</a:t>
            </a:r>
            <a:r>
              <a:rPr lang="en-US" dirty="0"/>
              <a:t> bi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klasične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morali</a:t>
            </a:r>
            <a:r>
              <a:rPr lang="en-US" dirty="0"/>
              <a:t> da </a:t>
            </a:r>
            <a:r>
              <a:rPr lang="en-US" dirty="0" err="1"/>
              <a:t>vršimo</a:t>
            </a:r>
            <a:r>
              <a:rPr lang="en-US" dirty="0"/>
              <a:t> </a:t>
            </a:r>
            <a:r>
              <a:rPr lang="en-US" dirty="0" err="1"/>
              <a:t>izmene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samom</a:t>
            </a:r>
            <a:r>
              <a:rPr lang="en-US" dirty="0"/>
              <a:t> </a:t>
            </a:r>
            <a:r>
              <a:rPr lang="en-US" dirty="0" err="1" smtClean="0"/>
              <a:t>hradveru</a:t>
            </a:r>
            <a:endParaRPr lang="en-US" dirty="0" smtClean="0"/>
          </a:p>
          <a:p>
            <a:r>
              <a:rPr lang="sr-Latn-RS" dirty="0"/>
              <a:t>Takođe postoji razlika u procesu backup-a podataka, kod klasične baze je na fajl sistemu na kome se izvršava baza podataka, dok kod cloud baze mora da se definiše storage objekat gde se vrši ručni backup</a:t>
            </a:r>
            <a:r>
              <a:rPr lang="sr-Latn-RS" dirty="0" smtClean="0"/>
              <a:t>.</a:t>
            </a:r>
            <a:endParaRPr lang="en-US" dirty="0" smtClean="0"/>
          </a:p>
          <a:p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cloudu</a:t>
            </a:r>
            <a:r>
              <a:rPr lang="en-US" dirty="0" smtClean="0"/>
              <a:t> ne </a:t>
            </a:r>
            <a:r>
              <a:rPr lang="en-US" dirty="0" err="1" smtClean="0"/>
              <a:t>zahteva</a:t>
            </a:r>
            <a:r>
              <a:rPr lang="en-US" dirty="0" smtClean="0"/>
              <a:t> </a:t>
            </a:r>
            <a:r>
              <a:rPr lang="en-US" dirty="0" err="1" smtClean="0"/>
              <a:t>odr</a:t>
            </a:r>
            <a:r>
              <a:rPr lang="sr-Latn-RS" dirty="0" smtClean="0"/>
              <a:t>žavanje hardvera na kome se nalazi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61872" y="647700"/>
            <a:ext cx="8910828" cy="3438525"/>
          </a:xfrm>
        </p:spPr>
        <p:txBody>
          <a:bodyPr/>
          <a:lstStyle/>
          <a:p>
            <a:pPr algn="ctr"/>
            <a:r>
              <a:rPr lang="sr-Latn-RS" dirty="0" smtClean="0"/>
              <a:t>HVALA NA PAŽNJI!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2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1700</TotalTime>
  <Words>631</Words>
  <Application>Microsoft Office PowerPoint</Application>
  <PresentationFormat>Widescreen</PresentationFormat>
  <Paragraphs>83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Schoolbook</vt:lpstr>
      <vt:lpstr>Courier New</vt:lpstr>
      <vt:lpstr>Wingdings 2</vt:lpstr>
      <vt:lpstr>View</vt:lpstr>
      <vt:lpstr>Cloud baze podataka- Oracle Cloud Database</vt:lpstr>
      <vt:lpstr>Sadržaj</vt:lpstr>
      <vt:lpstr>Uvod</vt:lpstr>
      <vt:lpstr>Oracle Cloud Free Tier</vt:lpstr>
      <vt:lpstr>Always Free Resursi</vt:lpstr>
      <vt:lpstr>Oracle Autonomna Cloud baza podataka</vt:lpstr>
      <vt:lpstr>Always Free Autonomna baza podataka</vt:lpstr>
      <vt:lpstr>Kreiranje baze podataka</vt:lpstr>
      <vt:lpstr>PowerPoint Presentation</vt:lpstr>
      <vt:lpstr>PowerPoint Presentation</vt:lpstr>
      <vt:lpstr>PowerPoint Presentation</vt:lpstr>
      <vt:lpstr>PowerPoint Presentation</vt:lpstr>
      <vt:lpstr>Povezivanje na autonomnu bazu podataka korišćenjem SQL developer-a</vt:lpstr>
      <vt:lpstr>PowerPoint Presentation</vt:lpstr>
      <vt:lpstr>PowerPoint Presentation</vt:lpstr>
      <vt:lpstr>PowerPoint Presentation</vt:lpstr>
      <vt:lpstr>Backup autonomne baze podataka</vt:lpstr>
      <vt:lpstr>PowerPoint Presentation</vt:lpstr>
      <vt:lpstr>Prednosti cloud baze podataka</vt:lpstr>
      <vt:lpstr>HVALA NA PAŽNJI!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 i organizacija skladišta Oracle baze</dc:title>
  <dc:creator>Windows 10</dc:creator>
  <cp:lastModifiedBy>Windows 10</cp:lastModifiedBy>
  <cp:revision>57</cp:revision>
  <dcterms:created xsi:type="dcterms:W3CDTF">2021-04-19T19:12:24Z</dcterms:created>
  <dcterms:modified xsi:type="dcterms:W3CDTF">2021-09-06T19:34:34Z</dcterms:modified>
</cp:coreProperties>
</file>